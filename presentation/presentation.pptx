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Scholarship Selection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Optimize scholarship allocation using 0/1 Knapsack</a:t>
            </a:r>
          </a:p>
          <a:p>
            <a:r>
              <a:t>DAA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Limited scholarship budget, many applicants</a:t>
            </a:r>
          </a:p>
          <a:p>
            <a:r>
              <a:rPr sz="2000"/>
              <a:t>Each student: scholarship amount + priority score</a:t>
            </a:r>
          </a:p>
          <a:p>
            <a:r>
              <a:rPr sz="2000"/>
              <a:t>Goal: maximize total priority within budget</a:t>
            </a:r>
          </a:p>
          <a:p>
            <a:r>
              <a:rPr sz="2000"/>
              <a:t>Each student fully selected (1) or not (0)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Knapsack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Capacity → Budget</a:t>
            </a:r>
          </a:p>
          <a:p>
            <a:r>
              <a:rPr sz="2000"/>
              <a:t>Item → Student</a:t>
            </a:r>
          </a:p>
          <a:p>
            <a:r>
              <a:rPr sz="2000"/>
              <a:t>Weight → Scholarship amount</a:t>
            </a:r>
          </a:p>
          <a:p>
            <a:r>
              <a:rPr sz="2000"/>
              <a:t>Value → Priority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 Recurrence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dp[i][b] = max priority using first i students, budget b</a:t>
            </a:r>
          </a:p>
          <a:p>
            <a:r>
              <a:rPr sz="2000"/>
              <a:t>If amount &gt; b: dp[i][b] = dp[i-1][b]</a:t>
            </a:r>
          </a:p>
          <a:p>
            <a:r>
              <a:rPr sz="2000"/>
              <a:t>Else: max(dp[i-1][b], dp[i-1][b-amount] + priority)</a:t>
            </a:r>
          </a:p>
          <a:p>
            <a:r>
              <a:rPr sz="2000"/>
              <a:t>Base: dp[0][b] = 0, dp[i][0] =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Start at dp[n][B]</a:t>
            </a:r>
          </a:p>
          <a:p>
            <a:r>
              <a:rPr sz="2000"/>
              <a:t>If dp[i][b] ≠ dp[i-1][b] → student i selected, b -= amount</a:t>
            </a:r>
          </a:p>
          <a:p>
            <a:r>
              <a:rPr sz="2000"/>
              <a:t>Gives the actual list of selected students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Time: O(n × B)</a:t>
            </a:r>
          </a:p>
          <a:p>
            <a:r>
              <a:rPr sz="2000"/>
              <a:t>Space: O(n × B)</a:t>
            </a:r>
          </a:p>
          <a:p>
            <a:r>
              <a:rPr sz="2000"/>
              <a:t>Pseudo-polynomial (depends on budget value)</a:t>
            </a:r>
          </a:p>
          <a:p>
            <a:r>
              <a:rPr sz="2000"/>
              <a:t>Money scaled by GCD unit (e.g. ₹10,000) to shrink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Frontend: HTML + CSS + JavaScript (fetch)</a:t>
            </a:r>
          </a:p>
          <a:p>
            <a:r>
              <a:rPr sz="2000"/>
              <a:t>REST API: POST /api/optimize</a:t>
            </a:r>
          </a:p>
          <a:p>
            <a:r>
              <a:rPr sz="2000"/>
              <a:t>Backend: Python Flask + input validation</a:t>
            </a:r>
          </a:p>
          <a:p>
            <a:r>
              <a:rPr sz="2000"/>
              <a:t>solution.py: 0/1 Knapsack 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Budget ₹1,00,000</a:t>
            </a:r>
          </a:p>
          <a:p>
            <a:r>
              <a:rPr sz="2000"/>
              <a:t>Rahul 50000/90, Anjali 30000/70, Kiran 40000/80, Priya 20000/60</a:t>
            </a:r>
          </a:p>
          <a:p>
            <a:r>
              <a:rPr sz="2000"/>
              <a:t>Selected: Rahul, Anjali, Priya</a:t>
            </a:r>
          </a:p>
          <a:p>
            <a:r>
              <a:rPr sz="2000"/>
              <a:t>Used ₹1,00,000 • Priority 220 • Kiran not selected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Login system &amp; admin dashboard</a:t>
            </a:r>
          </a:p>
          <a:p>
            <a:r>
              <a:rPr sz="2000"/>
              <a:t>Database &amp; real university data</a:t>
            </a:r>
          </a:p>
          <a:p>
            <a:r>
              <a:rPr sz="2000"/>
              <a:t>Eligibility verification</a:t>
            </a:r>
          </a:p>
          <a:p>
            <a:r>
              <a:rPr sz="2000"/>
              <a:t>Multiple scholarship categories</a:t>
            </a:r>
          </a:p>
          <a:p>
            <a:r>
              <a:rPr sz="2000"/>
              <a:t>Advanced optimization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